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980f5b0d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980f5b0d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980f5b0d0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980f5b0d0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985ff6778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985ff6778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985ff6778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985ff6778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985ff6778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985ff6778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Exercises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625" y="75275"/>
            <a:ext cx="45105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t>#include &lt;iostream&gt;</a:t>
            </a:r>
            <a:endParaRPr sz="1300"/>
          </a:p>
          <a:p>
            <a:pPr indent="0" lvl="0" marL="0" rtl="0" algn="l">
              <a:spcBef>
                <a:spcPts val="0"/>
              </a:spcBef>
              <a:spcAft>
                <a:spcPts val="0"/>
              </a:spcAft>
              <a:buNone/>
            </a:pPr>
            <a:r>
              <a:rPr lang="en-GB" sz="1300"/>
              <a:t>using namespace std;</a:t>
            </a:r>
            <a:endParaRPr sz="1300"/>
          </a:p>
          <a:p>
            <a:pPr indent="0" lvl="0" marL="0" rtl="0" algn="l">
              <a:spcBef>
                <a:spcPts val="0"/>
              </a:spcBef>
              <a:spcAft>
                <a:spcPts val="0"/>
              </a:spcAft>
              <a:buNone/>
            </a:pPr>
            <a:r>
              <a:rPr lang="en-GB" sz="1300"/>
              <a:t>int main() {</a:t>
            </a:r>
            <a:endParaRPr sz="1300"/>
          </a:p>
          <a:p>
            <a:pPr indent="0" lvl="0" marL="0" rtl="0" algn="l">
              <a:spcBef>
                <a:spcPts val="0"/>
              </a:spcBef>
              <a:spcAft>
                <a:spcPts val="0"/>
              </a:spcAft>
              <a:buNone/>
            </a:pPr>
            <a:r>
              <a:rPr lang="en-GB" sz="1300"/>
              <a:t>    int A[2][7]={1,2,3,13,17,34,19,54,23,11,45,31,65,26};</a:t>
            </a:r>
            <a:endParaRPr sz="1300"/>
          </a:p>
          <a:p>
            <a:pPr indent="0" lvl="0" marL="0" rtl="0" algn="l">
              <a:spcBef>
                <a:spcPts val="0"/>
              </a:spcBef>
              <a:spcAft>
                <a:spcPts val="0"/>
              </a:spcAft>
              <a:buNone/>
            </a:pPr>
            <a:r>
              <a:rPr lang="en-GB" sz="1300"/>
              <a:t>    int B[2][7]={{1,2,3,13,17,34,19}, {54,23,11,45,31,65,26} };</a:t>
            </a:r>
            <a:endParaRPr sz="1300"/>
          </a:p>
          <a:p>
            <a:pPr indent="0" lvl="0" marL="0" rtl="0" algn="l">
              <a:spcBef>
                <a:spcPts val="0"/>
              </a:spcBef>
              <a:spcAft>
                <a:spcPts val="0"/>
              </a:spcAft>
              <a:buNone/>
            </a:pPr>
            <a:r>
              <a:rPr lang="en-GB" sz="1300"/>
              <a:t>    </a:t>
            </a:r>
            <a:r>
              <a:rPr b="1" lang="en-GB" sz="1300"/>
              <a:t>cout&lt;&lt;"First option "&lt;&lt;endl;</a:t>
            </a:r>
            <a:endParaRPr b="1" sz="1300"/>
          </a:p>
          <a:p>
            <a:pPr indent="0" lvl="0" marL="0" rtl="0" algn="l">
              <a:spcBef>
                <a:spcPts val="0"/>
              </a:spcBef>
              <a:spcAft>
                <a:spcPts val="0"/>
              </a:spcAft>
              <a:buNone/>
            </a:pPr>
            <a:r>
              <a:rPr lang="en-GB" sz="1300"/>
              <a:t>    for(int i=0;i&lt;2;i++){</a:t>
            </a:r>
            <a:endParaRPr sz="1300"/>
          </a:p>
          <a:p>
            <a:pPr indent="0" lvl="0" marL="0" rtl="0" algn="l">
              <a:spcBef>
                <a:spcPts val="0"/>
              </a:spcBef>
              <a:spcAft>
                <a:spcPts val="0"/>
              </a:spcAft>
              <a:buNone/>
            </a:pPr>
            <a:r>
              <a:rPr lang="en-GB" sz="1300"/>
              <a:t>        for(int j=0;j&lt;7;j++){</a:t>
            </a:r>
            <a:endParaRPr sz="1300"/>
          </a:p>
          <a:p>
            <a:pPr indent="0" lvl="0" marL="0" rtl="0" algn="l">
              <a:spcBef>
                <a:spcPts val="0"/>
              </a:spcBef>
              <a:spcAft>
                <a:spcPts val="0"/>
              </a:spcAft>
              <a:buNone/>
            </a:pPr>
            <a:r>
              <a:rPr lang="en-GB" sz="1300"/>
              <a:t>            cout&lt;&lt;" "&lt;&lt;A[i][j];</a:t>
            </a:r>
            <a:endParaRPr sz="1300"/>
          </a:p>
          <a:p>
            <a:pPr indent="0" lvl="0" marL="0" rtl="0" algn="l">
              <a:spcBef>
                <a:spcPts val="0"/>
              </a:spcBef>
              <a:spcAft>
                <a:spcPts val="0"/>
              </a:spcAft>
              <a:buNone/>
            </a:pPr>
            <a:r>
              <a:rPr lang="en-GB" sz="1300"/>
              <a:t>        }</a:t>
            </a:r>
            <a:endParaRPr sz="1300"/>
          </a:p>
          <a:p>
            <a:pPr indent="0" lvl="0" marL="0" rtl="0" algn="l">
              <a:spcBef>
                <a:spcPts val="0"/>
              </a:spcBef>
              <a:spcAft>
                <a:spcPts val="0"/>
              </a:spcAft>
              <a:buNone/>
            </a:pPr>
            <a:r>
              <a:rPr lang="en-GB" sz="1300"/>
              <a:t>        cout&lt;&lt;endl;</a:t>
            </a:r>
            <a:endParaRPr sz="1300"/>
          </a:p>
          <a:p>
            <a:pPr indent="0" lvl="0" marL="0" rtl="0" algn="l">
              <a:spcBef>
                <a:spcPts val="0"/>
              </a:spcBef>
              <a:spcAft>
                <a:spcPts val="0"/>
              </a:spcAft>
              <a:buNone/>
            </a:pPr>
            <a:r>
              <a:rPr lang="en-GB" sz="1300"/>
              <a:t>    }</a:t>
            </a:r>
            <a:endParaRPr sz="1300"/>
          </a:p>
          <a:p>
            <a:pPr indent="0" lvl="0" marL="0" rtl="0" algn="l">
              <a:spcBef>
                <a:spcPts val="0"/>
              </a:spcBef>
              <a:spcAft>
                <a:spcPts val="0"/>
              </a:spcAft>
              <a:buNone/>
            </a:pPr>
            <a:r>
              <a:rPr lang="en-GB" sz="1300"/>
              <a:t>   </a:t>
            </a:r>
            <a:r>
              <a:rPr b="1" lang="en-GB" sz="1300"/>
              <a:t> cout&lt;&lt;"Second option "&lt;&lt;endl;</a:t>
            </a:r>
            <a:endParaRPr b="1" sz="1300"/>
          </a:p>
          <a:p>
            <a:pPr indent="0" lvl="0" marL="0" rtl="0" algn="l">
              <a:spcBef>
                <a:spcPts val="0"/>
              </a:spcBef>
              <a:spcAft>
                <a:spcPts val="0"/>
              </a:spcAft>
              <a:buNone/>
            </a:pPr>
            <a:r>
              <a:rPr lang="en-GB" sz="1300"/>
              <a:t>    for(int i=0;i&lt;2;i++){</a:t>
            </a:r>
            <a:endParaRPr sz="1300"/>
          </a:p>
          <a:p>
            <a:pPr indent="0" lvl="0" marL="0" rtl="0" algn="l">
              <a:spcBef>
                <a:spcPts val="0"/>
              </a:spcBef>
              <a:spcAft>
                <a:spcPts val="0"/>
              </a:spcAft>
              <a:buNone/>
            </a:pPr>
            <a:r>
              <a:rPr lang="en-GB" sz="1300"/>
              <a:t>        for(int j=0;j&lt;7;j++){</a:t>
            </a:r>
            <a:endParaRPr sz="1300"/>
          </a:p>
          <a:p>
            <a:pPr indent="0" lvl="0" marL="0" rtl="0" algn="l">
              <a:spcBef>
                <a:spcPts val="0"/>
              </a:spcBef>
              <a:spcAft>
                <a:spcPts val="0"/>
              </a:spcAft>
              <a:buNone/>
            </a:pPr>
            <a:r>
              <a:rPr lang="en-GB" sz="1300"/>
              <a:t>            cout&lt;&lt;" "&lt;&lt;B[i][j];</a:t>
            </a:r>
            <a:endParaRPr sz="1300"/>
          </a:p>
          <a:p>
            <a:pPr indent="0" lvl="0" marL="0" rtl="0" algn="l">
              <a:spcBef>
                <a:spcPts val="0"/>
              </a:spcBef>
              <a:spcAft>
                <a:spcPts val="0"/>
              </a:spcAft>
              <a:buNone/>
            </a:pPr>
            <a:r>
              <a:rPr lang="en-GB" sz="1300"/>
              <a:t>        }</a:t>
            </a:r>
            <a:endParaRPr sz="1300"/>
          </a:p>
          <a:p>
            <a:pPr indent="0" lvl="0" marL="0" rtl="0" algn="l">
              <a:spcBef>
                <a:spcPts val="0"/>
              </a:spcBef>
              <a:spcAft>
                <a:spcPts val="0"/>
              </a:spcAft>
              <a:buNone/>
            </a:pPr>
            <a:r>
              <a:rPr lang="en-GB" sz="1300"/>
              <a:t>        cout&lt;&lt;endl;</a:t>
            </a:r>
            <a:endParaRPr sz="1300"/>
          </a:p>
          <a:p>
            <a:pPr indent="0" lvl="0" marL="0" rtl="0" algn="l">
              <a:spcBef>
                <a:spcPts val="0"/>
              </a:spcBef>
              <a:spcAft>
                <a:spcPts val="0"/>
              </a:spcAft>
              <a:buNone/>
            </a:pPr>
            <a:r>
              <a:rPr lang="en-GB" sz="1300"/>
              <a:t>    }</a:t>
            </a:r>
            <a:endParaRPr sz="1300"/>
          </a:p>
          <a:p>
            <a:pPr indent="0" lvl="0" marL="0" rtl="0" algn="l">
              <a:spcBef>
                <a:spcPts val="0"/>
              </a:spcBef>
              <a:spcAft>
                <a:spcPts val="0"/>
              </a:spcAft>
              <a:buNone/>
            </a:pPr>
            <a:r>
              <a:rPr lang="en-GB" sz="1300"/>
              <a:t>    // Write C++ code here</a:t>
            </a:r>
            <a:endParaRPr sz="1300"/>
          </a:p>
          <a:p>
            <a:pPr indent="0" lvl="0" marL="0" rtl="0" algn="l">
              <a:spcBef>
                <a:spcPts val="0"/>
              </a:spcBef>
              <a:spcAft>
                <a:spcPts val="0"/>
              </a:spcAft>
              <a:buNone/>
            </a:pPr>
            <a:r>
              <a:rPr lang="en-GB" sz="1300"/>
              <a:t>    std::cout &lt;&lt; "Hello world!";</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GB" sz="1300"/>
              <a:t>    return 0;</a:t>
            </a:r>
            <a:endParaRPr sz="1300"/>
          </a:p>
          <a:p>
            <a:pPr indent="0" lvl="0" marL="0" rtl="0" algn="l">
              <a:spcBef>
                <a:spcPts val="0"/>
              </a:spcBef>
              <a:spcAft>
                <a:spcPts val="0"/>
              </a:spcAft>
              <a:buNone/>
            </a:pPr>
            <a:r>
              <a:rPr lang="en-GB" sz="1300"/>
              <a:t>}</a:t>
            </a:r>
            <a:endParaRPr sz="1300"/>
          </a:p>
        </p:txBody>
      </p:sp>
      <p:sp>
        <p:nvSpPr>
          <p:cNvPr id="60" name="Google Shape;60;p14"/>
          <p:cNvSpPr txBox="1"/>
          <p:nvPr/>
        </p:nvSpPr>
        <p:spPr>
          <a:xfrm>
            <a:off x="4876800" y="0"/>
            <a:ext cx="4446300" cy="51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#include &lt;iostream&gt;</a:t>
            </a:r>
            <a:endParaRPr/>
          </a:p>
          <a:p>
            <a:pPr indent="0" lvl="0" marL="0" rtl="0" algn="l">
              <a:spcBef>
                <a:spcPts val="0"/>
              </a:spcBef>
              <a:spcAft>
                <a:spcPts val="0"/>
              </a:spcAft>
              <a:buNone/>
            </a:pPr>
            <a:r>
              <a:rPr lang="en-GB"/>
              <a:t>using namespace std;</a:t>
            </a:r>
            <a:endParaRPr/>
          </a:p>
          <a:p>
            <a:pPr indent="0" lvl="0" marL="0" rtl="0" algn="l">
              <a:spcBef>
                <a:spcPts val="0"/>
              </a:spcBef>
              <a:spcAft>
                <a:spcPts val="0"/>
              </a:spcAft>
              <a:buNone/>
            </a:pPr>
            <a:r>
              <a:rPr lang="en-GB"/>
              <a:t>int smallest(int arr[], int n){</a:t>
            </a:r>
            <a:endParaRPr/>
          </a:p>
          <a:p>
            <a:pPr indent="0" lvl="0" marL="0" rtl="0" algn="l">
              <a:spcBef>
                <a:spcPts val="0"/>
              </a:spcBef>
              <a:spcAft>
                <a:spcPts val="0"/>
              </a:spcAft>
              <a:buNone/>
            </a:pPr>
            <a:r>
              <a:rPr lang="en-GB"/>
              <a:t>    int sm=0;</a:t>
            </a:r>
            <a:endParaRPr/>
          </a:p>
          <a:p>
            <a:pPr indent="0" lvl="0" marL="0" rtl="0" algn="l">
              <a:spcBef>
                <a:spcPts val="0"/>
              </a:spcBef>
              <a:spcAft>
                <a:spcPts val="0"/>
              </a:spcAft>
              <a:buNone/>
            </a:pPr>
            <a:r>
              <a:rPr lang="en-GB"/>
              <a:t>    for(int i=0; i&lt;n; i++){</a:t>
            </a:r>
            <a:endParaRPr/>
          </a:p>
          <a:p>
            <a:pPr indent="0" lvl="0" marL="0" rtl="0" algn="l">
              <a:spcBef>
                <a:spcPts val="0"/>
              </a:spcBef>
              <a:spcAft>
                <a:spcPts val="0"/>
              </a:spcAft>
              <a:buNone/>
            </a:pPr>
            <a:r>
              <a:rPr lang="en-GB"/>
              <a:t>        if(arr[i]&lt;sm){</a:t>
            </a:r>
            <a:endParaRPr/>
          </a:p>
          <a:p>
            <a:pPr indent="0" lvl="0" marL="0" rtl="0" algn="l">
              <a:spcBef>
                <a:spcPts val="0"/>
              </a:spcBef>
              <a:spcAft>
                <a:spcPts val="0"/>
              </a:spcAft>
              <a:buNone/>
            </a:pPr>
            <a:r>
              <a:rPr lang="en-GB"/>
              <a:t>            sm=arr[i];</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 </a:t>
            </a:r>
            <a:endParaRPr/>
          </a:p>
          <a:p>
            <a:pPr indent="0" lvl="0" marL="0" rtl="0" algn="l">
              <a:spcBef>
                <a:spcPts val="0"/>
              </a:spcBef>
              <a:spcAft>
                <a:spcPts val="0"/>
              </a:spcAft>
              <a:buNone/>
            </a:pPr>
            <a:r>
              <a:rPr lang="en-GB"/>
              <a:t>    return sm;</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t>int main() {</a:t>
            </a:r>
            <a:endParaRPr/>
          </a:p>
          <a:p>
            <a:pPr indent="0" lvl="0" marL="0" rtl="0" algn="l">
              <a:spcBef>
                <a:spcPts val="0"/>
              </a:spcBef>
              <a:spcAft>
                <a:spcPts val="0"/>
              </a:spcAft>
              <a:buNone/>
            </a:pPr>
            <a:r>
              <a:rPr lang="en-GB"/>
              <a:t>    int marks[5]={10,34,23,14,31};</a:t>
            </a:r>
            <a:endParaRPr/>
          </a:p>
          <a:p>
            <a:pPr indent="0" lvl="0" marL="0" rtl="0" algn="l">
              <a:spcBef>
                <a:spcPts val="0"/>
              </a:spcBef>
              <a:spcAft>
                <a:spcPts val="0"/>
              </a:spcAft>
              <a:buNone/>
            </a:pPr>
            <a:r>
              <a:rPr lang="en-GB"/>
              <a:t>    int large=0;</a:t>
            </a:r>
            <a:endParaRPr/>
          </a:p>
          <a:p>
            <a:pPr indent="0" lvl="0" marL="0" rtl="0" algn="l">
              <a:spcBef>
                <a:spcPts val="0"/>
              </a:spcBef>
              <a:spcAft>
                <a:spcPts val="0"/>
              </a:spcAft>
              <a:buNone/>
            </a:pPr>
            <a:r>
              <a:rPr lang="en-GB"/>
              <a:t>    for(int i=0; i&lt;5; i++){</a:t>
            </a:r>
            <a:endParaRPr/>
          </a:p>
          <a:p>
            <a:pPr indent="0" lvl="0" marL="0" rtl="0" algn="l">
              <a:spcBef>
                <a:spcPts val="0"/>
              </a:spcBef>
              <a:spcAft>
                <a:spcPts val="0"/>
              </a:spcAft>
              <a:buNone/>
            </a:pPr>
            <a:r>
              <a:rPr lang="en-GB"/>
              <a:t>        if(marks[i]&gt;large){</a:t>
            </a:r>
            <a:endParaRPr/>
          </a:p>
          <a:p>
            <a:pPr indent="0" lvl="0" marL="0" rtl="0" algn="l">
              <a:spcBef>
                <a:spcPts val="0"/>
              </a:spcBef>
              <a:spcAft>
                <a:spcPts val="0"/>
              </a:spcAft>
              <a:buNone/>
            </a:pPr>
            <a:r>
              <a:rPr lang="en-GB"/>
              <a:t>            large=marks[i];</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 </a:t>
            </a:r>
            <a:endParaRPr/>
          </a:p>
          <a:p>
            <a:pPr indent="0" lvl="0" marL="0" rtl="0" algn="l">
              <a:spcBef>
                <a:spcPts val="0"/>
              </a:spcBef>
              <a:spcAft>
                <a:spcPts val="0"/>
              </a:spcAft>
              <a:buNone/>
            </a:pPr>
            <a:r>
              <a:rPr lang="en-GB"/>
              <a:t>    cout&lt;&lt;"The largest is "&lt;&lt;large&lt;&lt;endl;</a:t>
            </a:r>
            <a:endParaRPr/>
          </a:p>
          <a:p>
            <a:pPr indent="0" lvl="0" marL="0" rtl="0" algn="l">
              <a:spcBef>
                <a:spcPts val="0"/>
              </a:spcBef>
              <a:spcAft>
                <a:spcPts val="0"/>
              </a:spcAft>
              <a:buNone/>
            </a:pPr>
            <a:r>
              <a:rPr lang="en-GB"/>
              <a:t>    cout&lt;&lt;"The smallest is"&lt;&lt;smallest(marks,5)&lt;&lt;endl;</a:t>
            </a:r>
            <a:endParaRPr/>
          </a:p>
          <a:p>
            <a:pPr indent="0" lvl="0" marL="0" rtl="0" algn="l">
              <a:spcBef>
                <a:spcPts val="0"/>
              </a:spcBef>
              <a:spcAft>
                <a:spcPts val="0"/>
              </a:spcAft>
              <a:buNone/>
            </a:pPr>
            <a:r>
              <a:rPr lang="en-GB"/>
              <a:t>    return 0;</a:t>
            </a:r>
            <a:endParaRPr/>
          </a:p>
          <a:p>
            <a:pPr indent="0" lvl="0" marL="0" rtl="0" algn="l">
              <a:spcBef>
                <a:spcPts val="0"/>
              </a:spcBef>
              <a:spcAft>
                <a:spcPts val="0"/>
              </a:spcAft>
              <a:buNone/>
            </a:pPr>
            <a:r>
              <a:rPr lang="en-GB"/>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0" y="0"/>
            <a:ext cx="4446300" cy="51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#include &lt;iostream&gt;</a:t>
            </a:r>
            <a:endParaRPr/>
          </a:p>
          <a:p>
            <a:pPr indent="0" lvl="0" marL="0" rtl="0" algn="l">
              <a:spcBef>
                <a:spcPts val="0"/>
              </a:spcBef>
              <a:spcAft>
                <a:spcPts val="0"/>
              </a:spcAft>
              <a:buNone/>
            </a:pPr>
            <a:r>
              <a:rPr lang="en-GB"/>
              <a:t>using namespace std;</a:t>
            </a:r>
            <a:endParaRPr/>
          </a:p>
          <a:p>
            <a:pPr indent="0" lvl="0" marL="0" rtl="0" algn="l">
              <a:spcBef>
                <a:spcPts val="0"/>
              </a:spcBef>
              <a:spcAft>
                <a:spcPts val="0"/>
              </a:spcAft>
              <a:buNone/>
            </a:pPr>
            <a:r>
              <a:rPr lang="en-GB"/>
              <a:t>int smallest(int arr[], int n){</a:t>
            </a:r>
            <a:endParaRPr/>
          </a:p>
          <a:p>
            <a:pPr indent="0" lvl="0" marL="0" rtl="0" algn="l">
              <a:spcBef>
                <a:spcPts val="0"/>
              </a:spcBef>
              <a:spcAft>
                <a:spcPts val="0"/>
              </a:spcAft>
              <a:buNone/>
            </a:pPr>
            <a:r>
              <a:rPr lang="en-GB"/>
              <a:t>    int sm=0;</a:t>
            </a:r>
            <a:endParaRPr/>
          </a:p>
          <a:p>
            <a:pPr indent="0" lvl="0" marL="0" rtl="0" algn="l">
              <a:spcBef>
                <a:spcPts val="0"/>
              </a:spcBef>
              <a:spcAft>
                <a:spcPts val="0"/>
              </a:spcAft>
              <a:buNone/>
            </a:pPr>
            <a:r>
              <a:rPr lang="en-GB"/>
              <a:t>    for(int i=0; i&lt;n; i++){</a:t>
            </a:r>
            <a:endParaRPr/>
          </a:p>
          <a:p>
            <a:pPr indent="0" lvl="0" marL="0" rtl="0" algn="l">
              <a:spcBef>
                <a:spcPts val="0"/>
              </a:spcBef>
              <a:spcAft>
                <a:spcPts val="0"/>
              </a:spcAft>
              <a:buNone/>
            </a:pPr>
            <a:r>
              <a:rPr lang="en-GB"/>
              <a:t>        if(arr[i]&lt;sm){</a:t>
            </a:r>
            <a:endParaRPr/>
          </a:p>
          <a:p>
            <a:pPr indent="0" lvl="0" marL="0" rtl="0" algn="l">
              <a:spcBef>
                <a:spcPts val="0"/>
              </a:spcBef>
              <a:spcAft>
                <a:spcPts val="0"/>
              </a:spcAft>
              <a:buNone/>
            </a:pPr>
            <a:r>
              <a:rPr lang="en-GB"/>
              <a:t>            sm=arr[i];</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 </a:t>
            </a:r>
            <a:endParaRPr/>
          </a:p>
          <a:p>
            <a:pPr indent="0" lvl="0" marL="0" rtl="0" algn="l">
              <a:spcBef>
                <a:spcPts val="0"/>
              </a:spcBef>
              <a:spcAft>
                <a:spcPts val="0"/>
              </a:spcAft>
              <a:buNone/>
            </a:pPr>
            <a:r>
              <a:rPr lang="en-GB"/>
              <a:t>    return sm;</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t>int main() {</a:t>
            </a:r>
            <a:endParaRPr/>
          </a:p>
          <a:p>
            <a:pPr indent="0" lvl="0" marL="0" rtl="0" algn="l">
              <a:spcBef>
                <a:spcPts val="0"/>
              </a:spcBef>
              <a:spcAft>
                <a:spcPts val="0"/>
              </a:spcAft>
              <a:buNone/>
            </a:pPr>
            <a:r>
              <a:rPr lang="en-GB"/>
              <a:t>    int marks[5]={10,34,23,14,31};</a:t>
            </a:r>
            <a:endParaRPr/>
          </a:p>
          <a:p>
            <a:pPr indent="0" lvl="0" marL="0" rtl="0" algn="l">
              <a:spcBef>
                <a:spcPts val="0"/>
              </a:spcBef>
              <a:spcAft>
                <a:spcPts val="0"/>
              </a:spcAft>
              <a:buNone/>
            </a:pPr>
            <a:r>
              <a:rPr lang="en-GB"/>
              <a:t>    int large=0;</a:t>
            </a:r>
            <a:endParaRPr/>
          </a:p>
          <a:p>
            <a:pPr indent="0" lvl="0" marL="0" rtl="0" algn="l">
              <a:spcBef>
                <a:spcPts val="0"/>
              </a:spcBef>
              <a:spcAft>
                <a:spcPts val="0"/>
              </a:spcAft>
              <a:buNone/>
            </a:pPr>
            <a:r>
              <a:rPr lang="en-GB"/>
              <a:t>    for(int i=0; i&lt;5; i++){</a:t>
            </a:r>
            <a:endParaRPr/>
          </a:p>
          <a:p>
            <a:pPr indent="0" lvl="0" marL="0" rtl="0" algn="l">
              <a:spcBef>
                <a:spcPts val="0"/>
              </a:spcBef>
              <a:spcAft>
                <a:spcPts val="0"/>
              </a:spcAft>
              <a:buNone/>
            </a:pPr>
            <a:r>
              <a:rPr lang="en-GB"/>
              <a:t>        if(marks[i]&gt;large){</a:t>
            </a:r>
            <a:endParaRPr/>
          </a:p>
          <a:p>
            <a:pPr indent="0" lvl="0" marL="0" rtl="0" algn="l">
              <a:spcBef>
                <a:spcPts val="0"/>
              </a:spcBef>
              <a:spcAft>
                <a:spcPts val="0"/>
              </a:spcAft>
              <a:buNone/>
            </a:pPr>
            <a:r>
              <a:rPr lang="en-GB"/>
              <a:t>            large=marks[i];</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 </a:t>
            </a:r>
            <a:endParaRPr/>
          </a:p>
          <a:p>
            <a:pPr indent="0" lvl="0" marL="0" rtl="0" algn="l">
              <a:spcBef>
                <a:spcPts val="0"/>
              </a:spcBef>
              <a:spcAft>
                <a:spcPts val="0"/>
              </a:spcAft>
              <a:buNone/>
            </a:pPr>
            <a:r>
              <a:rPr lang="en-GB"/>
              <a:t>    cout&lt;&lt;"The largest is "&lt;&lt;large&lt;&lt;endl;</a:t>
            </a:r>
            <a:endParaRPr/>
          </a:p>
          <a:p>
            <a:pPr indent="0" lvl="0" marL="0" rtl="0" algn="l">
              <a:spcBef>
                <a:spcPts val="0"/>
              </a:spcBef>
              <a:spcAft>
                <a:spcPts val="0"/>
              </a:spcAft>
              <a:buNone/>
            </a:pPr>
            <a:r>
              <a:rPr lang="en-GB"/>
              <a:t>    cout&lt;&lt;"The smallest is"&lt;&lt;smallest(marks,5)&lt;&lt;endl;</a:t>
            </a:r>
            <a:endParaRPr/>
          </a:p>
          <a:p>
            <a:pPr indent="0" lvl="0" marL="0" rtl="0" algn="l">
              <a:spcBef>
                <a:spcPts val="0"/>
              </a:spcBef>
              <a:spcAft>
                <a:spcPts val="0"/>
              </a:spcAft>
              <a:buNone/>
            </a:pPr>
            <a:r>
              <a:rPr lang="en-GB"/>
              <a:t>    return 0;</a:t>
            </a:r>
            <a:endParaRPr/>
          </a:p>
          <a:p>
            <a:pPr indent="0" lvl="0" marL="0" rtl="0" algn="l">
              <a:spcBef>
                <a:spcPts val="0"/>
              </a:spcBef>
              <a:spcAft>
                <a:spcPts val="0"/>
              </a:spcAft>
              <a:buNone/>
            </a:pPr>
            <a:r>
              <a:rPr lang="en-GB"/>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1" name="Google Shape;7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2" name="Google Shape;72;p16"/>
          <p:cNvSpPr txBox="1"/>
          <p:nvPr/>
        </p:nvSpPr>
        <p:spPr>
          <a:xfrm>
            <a:off x="4111950" y="1401475"/>
            <a:ext cx="30000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#include&lt;iostream&gt;</a:t>
            </a:r>
            <a:endParaRPr/>
          </a:p>
          <a:p>
            <a:pPr indent="0" lvl="0" marL="0" rtl="0" algn="l">
              <a:spcBef>
                <a:spcPts val="0"/>
              </a:spcBef>
              <a:spcAft>
                <a:spcPts val="0"/>
              </a:spcAft>
              <a:buNone/>
            </a:pPr>
            <a:r>
              <a:rPr lang="en-GB"/>
              <a:t>using namespace std;</a:t>
            </a:r>
            <a:endParaRPr/>
          </a:p>
          <a:p>
            <a:pPr indent="0" lvl="0" marL="0" rtl="0" algn="l">
              <a:spcBef>
                <a:spcPts val="0"/>
              </a:spcBef>
              <a:spcAft>
                <a:spcPts val="0"/>
              </a:spcAft>
              <a:buNone/>
            </a:pPr>
            <a:r>
              <a:rPr lang="en-GB"/>
              <a:t>int main(){</a:t>
            </a:r>
            <a:endParaRPr/>
          </a:p>
          <a:p>
            <a:pPr indent="0" lvl="0" marL="0" rtl="0" algn="l">
              <a:spcBef>
                <a:spcPts val="0"/>
              </a:spcBef>
              <a:spcAft>
                <a:spcPts val="0"/>
              </a:spcAft>
              <a:buNone/>
            </a:pPr>
            <a:r>
              <a:rPr lang="en-GB"/>
              <a:t>int scores[5]={10,20,30,40,50};</a:t>
            </a:r>
            <a:endParaRPr/>
          </a:p>
          <a:p>
            <a:pPr indent="0" lvl="0" marL="0" rtl="0" algn="l">
              <a:spcBef>
                <a:spcPts val="0"/>
              </a:spcBef>
              <a:spcAft>
                <a:spcPts val="0"/>
              </a:spcAft>
              <a:buNone/>
            </a:pPr>
            <a:r>
              <a:rPr lang="en-GB"/>
              <a:t>int *pScore=scores;</a:t>
            </a:r>
            <a:endParaRPr/>
          </a:p>
          <a:p>
            <a:pPr indent="0" lvl="0" marL="0" rtl="0" algn="l">
              <a:spcBef>
                <a:spcPts val="0"/>
              </a:spcBef>
              <a:spcAft>
                <a:spcPts val="0"/>
              </a:spcAft>
              <a:buNone/>
            </a:pPr>
            <a:r>
              <a:rPr lang="en-GB"/>
              <a:t>for(int i=0;i&lt;5;i++){</a:t>
            </a:r>
            <a:endParaRPr/>
          </a:p>
          <a:p>
            <a:pPr indent="0" lvl="0" marL="0" rtl="0" algn="l">
              <a:spcBef>
                <a:spcPts val="0"/>
              </a:spcBef>
              <a:spcAft>
                <a:spcPts val="0"/>
              </a:spcAft>
              <a:buNone/>
            </a:pPr>
            <a:r>
              <a:rPr lang="en-GB"/>
              <a:t>cout&lt;&lt;scores[i]&lt;&lt;" ";</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t>cout&lt;&lt;endl;</a:t>
            </a:r>
            <a:endParaRPr/>
          </a:p>
          <a:p>
            <a:pPr indent="0" lvl="0" marL="0" rtl="0" algn="l">
              <a:spcBef>
                <a:spcPts val="0"/>
              </a:spcBef>
              <a:spcAft>
                <a:spcPts val="0"/>
              </a:spcAft>
              <a:buNone/>
            </a:pPr>
            <a:r>
              <a:rPr lang="en-GB"/>
              <a:t>for(int i=0;i&lt;5;i++){</a:t>
            </a:r>
            <a:endParaRPr/>
          </a:p>
          <a:p>
            <a:pPr indent="0" lvl="0" marL="0" rtl="0" algn="l">
              <a:spcBef>
                <a:spcPts val="0"/>
              </a:spcBef>
              <a:spcAft>
                <a:spcPts val="0"/>
              </a:spcAft>
              <a:buNone/>
            </a:pPr>
            <a:r>
              <a:rPr lang="en-GB"/>
              <a:t>cout&lt;&lt;*(pScore+i)&lt;&lt;" ";</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t>return 0;</a:t>
            </a:r>
            <a:endParaRPr/>
          </a:p>
          <a:p>
            <a:pPr indent="0" lvl="0" marL="0" rtl="0" algn="l">
              <a:spcBef>
                <a:spcPts val="0"/>
              </a:spcBef>
              <a:spcAft>
                <a:spcPts val="0"/>
              </a:spcAft>
              <a:buNone/>
            </a:pPr>
            <a:r>
              <a:rPr lang="en-GB"/>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nvSpPr>
        <p:spPr>
          <a:xfrm>
            <a:off x="412625" y="1657600"/>
            <a:ext cx="3000000" cy="254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800">
                <a:solidFill>
                  <a:srgbClr val="273239"/>
                </a:solidFill>
                <a:highlight>
                  <a:srgbClr val="FFFFFF"/>
                </a:highlight>
                <a:latin typeface="Nunito"/>
                <a:ea typeface="Nunito"/>
                <a:cs typeface="Nunito"/>
                <a:sym typeface="Nunito"/>
              </a:rPr>
              <a:t>Static Variables</a:t>
            </a:r>
            <a:endParaRPr b="1" sz="1800">
              <a:solidFill>
                <a:srgbClr val="273239"/>
              </a:solidFill>
              <a:highlight>
                <a:srgbClr val="FFFFFF"/>
              </a:highlight>
              <a:latin typeface="Nunito"/>
              <a:ea typeface="Nunito"/>
              <a:cs typeface="Nunito"/>
              <a:sym typeface="Nunito"/>
            </a:endParaRPr>
          </a:p>
          <a:p>
            <a:pPr indent="0" lvl="0" marL="0" rtl="0" algn="l">
              <a:lnSpc>
                <a:spcPct val="115000"/>
              </a:lnSpc>
              <a:spcBef>
                <a:spcPts val="0"/>
              </a:spcBef>
              <a:spcAft>
                <a:spcPts val="800"/>
              </a:spcAft>
              <a:buNone/>
            </a:pPr>
            <a:r>
              <a:rPr b="1" lang="en-GB" sz="1300">
                <a:solidFill>
                  <a:srgbClr val="273239"/>
                </a:solidFill>
                <a:highlight>
                  <a:srgbClr val="FFFFFF"/>
                </a:highlight>
                <a:latin typeface="Nunito"/>
                <a:ea typeface="Nunito"/>
                <a:cs typeface="Nunito"/>
                <a:sym typeface="Nunito"/>
              </a:rPr>
              <a:t>Static variables in a Function</a:t>
            </a:r>
            <a:r>
              <a:rPr lang="en-GB" sz="1300">
                <a:solidFill>
                  <a:srgbClr val="273239"/>
                </a:solidFill>
                <a:highlight>
                  <a:srgbClr val="FFFFFF"/>
                </a:highlight>
                <a:latin typeface="Nunito"/>
                <a:ea typeface="Nunito"/>
                <a:cs typeface="Nunito"/>
                <a:sym typeface="Nunito"/>
              </a:rPr>
              <a:t>: When a variable is declared as static, space for </a:t>
            </a:r>
            <a:r>
              <a:rPr b="1" lang="en-GB" sz="1300">
                <a:solidFill>
                  <a:srgbClr val="273239"/>
                </a:solidFill>
                <a:highlight>
                  <a:srgbClr val="FFFFFF"/>
                </a:highlight>
                <a:latin typeface="Nunito"/>
                <a:ea typeface="Nunito"/>
                <a:cs typeface="Nunito"/>
                <a:sym typeface="Nunito"/>
              </a:rPr>
              <a:t>it gets allocated for the lifetime of the program</a:t>
            </a:r>
            <a:r>
              <a:rPr lang="en-GB" sz="1300">
                <a:solidFill>
                  <a:srgbClr val="273239"/>
                </a:solidFill>
                <a:highlight>
                  <a:srgbClr val="FFFFFF"/>
                </a:highlight>
                <a:latin typeface="Nunito"/>
                <a:ea typeface="Nunito"/>
                <a:cs typeface="Nunito"/>
                <a:sym typeface="Nunito"/>
              </a:rPr>
              <a:t>. Even if the function is called multiple times, space for the static variable is allocated only once and the value of the variable in the previous call gets carried through the next function call. </a:t>
            </a:r>
            <a:endParaRPr sz="1300">
              <a:solidFill>
                <a:srgbClr val="273239"/>
              </a:solidFill>
              <a:highlight>
                <a:srgbClr val="FFFFFF"/>
              </a:highlight>
              <a:latin typeface="Nunito"/>
              <a:ea typeface="Nunito"/>
              <a:cs typeface="Nunito"/>
              <a:sym typeface="Nunito"/>
            </a:endParaRPr>
          </a:p>
        </p:txBody>
      </p:sp>
      <p:sp>
        <p:nvSpPr>
          <p:cNvPr id="78" name="Google Shape;78;p17"/>
          <p:cNvSpPr txBox="1"/>
          <p:nvPr/>
        </p:nvSpPr>
        <p:spPr>
          <a:xfrm>
            <a:off x="3784700" y="188900"/>
            <a:ext cx="27744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#include&lt;iostream&gt;</a:t>
            </a:r>
            <a:endParaRPr sz="1100"/>
          </a:p>
          <a:p>
            <a:pPr indent="0" lvl="0" marL="0" rtl="0" algn="l">
              <a:spcBef>
                <a:spcPts val="0"/>
              </a:spcBef>
              <a:spcAft>
                <a:spcPts val="0"/>
              </a:spcAft>
              <a:buNone/>
            </a:pPr>
            <a:r>
              <a:rPr lang="en-GB" sz="1100"/>
              <a:t>using namespace std;</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int* reversing(int arr[], int n){</a:t>
            </a:r>
            <a:endParaRPr sz="1100"/>
          </a:p>
          <a:p>
            <a:pPr indent="0" lvl="0" marL="0" rtl="0" algn="l">
              <a:spcBef>
                <a:spcPts val="0"/>
              </a:spcBef>
              <a:spcAft>
                <a:spcPts val="0"/>
              </a:spcAft>
              <a:buNone/>
            </a:pPr>
            <a:r>
              <a:rPr lang="en-GB" sz="1100"/>
              <a:t>    static int reversed[5];</a:t>
            </a:r>
            <a:endParaRPr sz="1100"/>
          </a:p>
          <a:p>
            <a:pPr indent="0" lvl="0" marL="0" rtl="0" algn="l">
              <a:spcBef>
                <a:spcPts val="0"/>
              </a:spcBef>
              <a:spcAft>
                <a:spcPts val="0"/>
              </a:spcAft>
              <a:buNone/>
            </a:pPr>
            <a:r>
              <a:rPr lang="en-GB" sz="1100"/>
              <a:t>    for(int i=n-1, j=0;i&gt;=0;i--, j++){</a:t>
            </a:r>
            <a:endParaRPr sz="1100"/>
          </a:p>
          <a:p>
            <a:pPr indent="0" lvl="0" marL="0" rtl="0" algn="l">
              <a:spcBef>
                <a:spcPts val="0"/>
              </a:spcBef>
              <a:spcAft>
                <a:spcPts val="0"/>
              </a:spcAft>
              <a:buNone/>
            </a:pPr>
            <a:r>
              <a:rPr lang="en-GB" sz="1100"/>
              <a:t>        reversed[j]=arr[i];</a:t>
            </a:r>
            <a:endParaRPr sz="1100"/>
          </a:p>
          <a:p>
            <a:pPr indent="0" lvl="0" marL="0" rtl="0" algn="l">
              <a:spcBef>
                <a:spcPts val="0"/>
              </a:spcBef>
              <a:spcAft>
                <a:spcPts val="0"/>
              </a:spcAft>
              <a:buNone/>
            </a:pPr>
            <a:r>
              <a:rPr lang="en-GB" sz="1100"/>
              <a:t>    }</a:t>
            </a:r>
            <a:endParaRPr sz="1100"/>
          </a:p>
          <a:p>
            <a:pPr indent="0" lvl="0" marL="0" rtl="0" algn="l">
              <a:spcBef>
                <a:spcPts val="0"/>
              </a:spcBef>
              <a:spcAft>
                <a:spcPts val="0"/>
              </a:spcAft>
              <a:buNone/>
            </a:pPr>
            <a:r>
              <a:rPr lang="en-GB" sz="1100"/>
              <a:t>    return reversed;</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lang="en-GB" sz="1100"/>
              <a:t>int* reversing1(int *arr, int n){</a:t>
            </a:r>
            <a:endParaRPr sz="1100"/>
          </a:p>
          <a:p>
            <a:pPr indent="0" lvl="0" marL="0" rtl="0" algn="l">
              <a:spcBef>
                <a:spcPts val="0"/>
              </a:spcBef>
              <a:spcAft>
                <a:spcPts val="0"/>
              </a:spcAft>
              <a:buNone/>
            </a:pPr>
            <a:r>
              <a:rPr lang="en-GB" sz="1100"/>
              <a:t>     int *reversed =new int[5];</a:t>
            </a:r>
            <a:endParaRPr sz="1100"/>
          </a:p>
          <a:p>
            <a:pPr indent="0" lvl="0" marL="0" rtl="0" algn="l">
              <a:spcBef>
                <a:spcPts val="0"/>
              </a:spcBef>
              <a:spcAft>
                <a:spcPts val="0"/>
              </a:spcAft>
              <a:buNone/>
            </a:pPr>
            <a:r>
              <a:rPr lang="en-GB" sz="1100"/>
              <a:t>    for(int i=n-1, j=0;i&gt;=0;i--, j++){</a:t>
            </a:r>
            <a:endParaRPr sz="1100"/>
          </a:p>
          <a:p>
            <a:pPr indent="0" lvl="0" marL="0" rtl="0" algn="l">
              <a:spcBef>
                <a:spcPts val="0"/>
              </a:spcBef>
              <a:spcAft>
                <a:spcPts val="0"/>
              </a:spcAft>
              <a:buNone/>
            </a:pPr>
            <a:r>
              <a:rPr lang="en-GB" sz="1100"/>
              <a:t>        reversed[j]=arr[i];</a:t>
            </a:r>
            <a:endParaRPr sz="1100"/>
          </a:p>
          <a:p>
            <a:pPr indent="0" lvl="0" marL="0" rtl="0" algn="l">
              <a:spcBef>
                <a:spcPts val="0"/>
              </a:spcBef>
              <a:spcAft>
                <a:spcPts val="0"/>
              </a:spcAft>
              <a:buNone/>
            </a:pPr>
            <a:r>
              <a:rPr lang="en-GB" sz="1100"/>
              <a:t>    }</a:t>
            </a:r>
            <a:endParaRPr sz="1100"/>
          </a:p>
          <a:p>
            <a:pPr indent="0" lvl="0" marL="0" rtl="0" algn="l">
              <a:spcBef>
                <a:spcPts val="0"/>
              </a:spcBef>
              <a:spcAft>
                <a:spcPts val="0"/>
              </a:spcAft>
              <a:buNone/>
            </a:pPr>
            <a:r>
              <a:rPr lang="en-GB" sz="1100"/>
              <a:t>    return reversed;</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lang="en-GB" sz="1100">
                <a:solidFill>
                  <a:schemeClr val="dk1"/>
                </a:solidFill>
              </a:rPr>
              <a:t>int* reversing2(int arr[], int n){</a:t>
            </a:r>
            <a:endParaRPr sz="1100">
              <a:solidFill>
                <a:schemeClr val="dk1"/>
              </a:solidFill>
            </a:endParaRPr>
          </a:p>
          <a:p>
            <a:pPr indent="0" lvl="0" marL="0" rtl="0" algn="l">
              <a:spcBef>
                <a:spcPts val="0"/>
              </a:spcBef>
              <a:spcAft>
                <a:spcPts val="0"/>
              </a:spcAft>
              <a:buNone/>
            </a:pPr>
            <a:r>
              <a:rPr lang="en-GB" sz="1100">
                <a:solidFill>
                  <a:schemeClr val="dk1"/>
                </a:solidFill>
              </a:rPr>
              <a:t>     int *reversed =new int[5];</a:t>
            </a:r>
            <a:endParaRPr sz="1100">
              <a:solidFill>
                <a:schemeClr val="dk1"/>
              </a:solidFill>
            </a:endParaRPr>
          </a:p>
          <a:p>
            <a:pPr indent="0" lvl="0" marL="0" rtl="0" algn="l">
              <a:spcBef>
                <a:spcPts val="0"/>
              </a:spcBef>
              <a:spcAft>
                <a:spcPts val="0"/>
              </a:spcAft>
              <a:buNone/>
            </a:pPr>
            <a:r>
              <a:rPr lang="en-GB" sz="1100">
                <a:solidFill>
                  <a:schemeClr val="dk1"/>
                </a:solidFill>
              </a:rPr>
              <a:t>    for(int i=n-1, j=0;i&gt;=0;i--, j++){</a:t>
            </a:r>
            <a:endParaRPr sz="1100">
              <a:solidFill>
                <a:schemeClr val="dk1"/>
              </a:solidFill>
            </a:endParaRPr>
          </a:p>
          <a:p>
            <a:pPr indent="0" lvl="0" marL="0" rtl="0" algn="l">
              <a:spcBef>
                <a:spcPts val="0"/>
              </a:spcBef>
              <a:spcAft>
                <a:spcPts val="0"/>
              </a:spcAft>
              <a:buNone/>
            </a:pPr>
            <a:r>
              <a:rPr lang="en-GB" sz="1100">
                <a:solidFill>
                  <a:schemeClr val="dk1"/>
                </a:solidFill>
              </a:rPr>
              <a:t>        reversed[j]=arr[i];</a:t>
            </a:r>
            <a:endParaRPr sz="1100">
              <a:solidFill>
                <a:schemeClr val="dk1"/>
              </a:solidFill>
            </a:endParaRPr>
          </a:p>
          <a:p>
            <a:pPr indent="0" lvl="0" marL="0" rtl="0" algn="l">
              <a:spcBef>
                <a:spcPts val="0"/>
              </a:spcBef>
              <a:spcAft>
                <a:spcPts val="0"/>
              </a:spcAft>
              <a:buNone/>
            </a:pPr>
            <a:r>
              <a:rPr lang="en-GB" sz="1100">
                <a:solidFill>
                  <a:schemeClr val="dk1"/>
                </a:solidFill>
              </a:rPr>
              <a:t>    }</a:t>
            </a:r>
            <a:endParaRPr sz="1100">
              <a:solidFill>
                <a:schemeClr val="dk1"/>
              </a:solidFill>
            </a:endParaRPr>
          </a:p>
          <a:p>
            <a:pPr indent="0" lvl="0" marL="0" rtl="0" algn="l">
              <a:spcBef>
                <a:spcPts val="0"/>
              </a:spcBef>
              <a:spcAft>
                <a:spcPts val="0"/>
              </a:spcAft>
              <a:buNone/>
            </a:pPr>
            <a:r>
              <a:rPr lang="en-GB" sz="1100">
                <a:solidFill>
                  <a:schemeClr val="dk1"/>
                </a:solidFill>
              </a:rPr>
              <a:t>    return reversed;</a:t>
            </a:r>
            <a:endParaRPr sz="1100">
              <a:solidFill>
                <a:schemeClr val="dk1"/>
              </a:solidFill>
            </a:endParaRPr>
          </a:p>
          <a:p>
            <a:pPr indent="0" lvl="0" marL="0" rtl="0" algn="l">
              <a:spcBef>
                <a:spcPts val="0"/>
              </a:spcBef>
              <a:spcAft>
                <a:spcPts val="0"/>
              </a:spcAft>
              <a:buNone/>
            </a:pPr>
            <a:r>
              <a:rPr lang="en-GB" sz="1100">
                <a:solidFill>
                  <a:schemeClr val="dk1"/>
                </a:solidFill>
              </a:rPr>
              <a:t>}</a:t>
            </a:r>
            <a:endParaRPr sz="1100"/>
          </a:p>
        </p:txBody>
      </p:sp>
      <p:sp>
        <p:nvSpPr>
          <p:cNvPr id="79" name="Google Shape;79;p17"/>
          <p:cNvSpPr txBox="1"/>
          <p:nvPr/>
        </p:nvSpPr>
        <p:spPr>
          <a:xfrm>
            <a:off x="6559225" y="362825"/>
            <a:ext cx="3000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int main(){</a:t>
            </a:r>
            <a:endParaRPr/>
          </a:p>
          <a:p>
            <a:pPr indent="0" lvl="0" marL="0" rtl="0" algn="l">
              <a:spcBef>
                <a:spcPts val="0"/>
              </a:spcBef>
              <a:spcAft>
                <a:spcPts val="0"/>
              </a:spcAft>
              <a:buNone/>
            </a:pPr>
            <a:r>
              <a:rPr lang="en-GB"/>
              <a:t>int scores[5]={10,20,30,40,50};</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cout&lt;&lt;endl;</a:t>
            </a:r>
            <a:endParaRPr/>
          </a:p>
          <a:p>
            <a:pPr indent="0" lvl="0" marL="0" rtl="0" algn="l">
              <a:spcBef>
                <a:spcPts val="0"/>
              </a:spcBef>
              <a:spcAft>
                <a:spcPts val="0"/>
              </a:spcAft>
              <a:buNone/>
            </a:pPr>
            <a:r>
              <a:rPr lang="en-GB"/>
              <a:t>int *dScore=reversing(scores,5);</a:t>
            </a:r>
            <a:endParaRPr/>
          </a:p>
          <a:p>
            <a:pPr indent="0" lvl="0" marL="0" rtl="0" algn="l">
              <a:spcBef>
                <a:spcPts val="0"/>
              </a:spcBef>
              <a:spcAft>
                <a:spcPts val="0"/>
              </a:spcAft>
              <a:buNone/>
            </a:pPr>
            <a:r>
              <a:rPr lang="en-GB"/>
              <a:t>for(int i=0;i&lt;5;i++){</a:t>
            </a:r>
            <a:endParaRPr/>
          </a:p>
          <a:p>
            <a:pPr indent="0" lvl="0" marL="0" rtl="0" algn="l">
              <a:spcBef>
                <a:spcPts val="0"/>
              </a:spcBef>
              <a:spcAft>
                <a:spcPts val="0"/>
              </a:spcAft>
              <a:buNone/>
            </a:pPr>
            <a:r>
              <a:rPr lang="en-GB"/>
              <a:t>cout&lt;&lt;dScore[i]&lt;&lt;" ";</a:t>
            </a:r>
            <a:endParaRPr/>
          </a:p>
          <a:p>
            <a:pPr indent="0" lvl="0" marL="0" rtl="0" algn="l">
              <a:spcBef>
                <a:spcPts val="0"/>
              </a:spcBef>
              <a:spcAft>
                <a:spcPts val="0"/>
              </a:spcAft>
              <a:buNone/>
            </a:pPr>
            <a:r>
              <a:rPr lang="en-GB"/>
              <a:t>}</a:t>
            </a:r>
            <a:endParaRPr/>
          </a:p>
          <a:p>
            <a:pPr indent="0" lvl="0" marL="0" rtl="0" algn="l">
              <a:spcBef>
                <a:spcPts val="0"/>
              </a:spcBef>
              <a:spcAft>
                <a:spcPts val="0"/>
              </a:spcAft>
              <a:buNone/>
            </a:pPr>
            <a:r>
              <a:rPr lang="en-GB"/>
              <a:t>return 0;</a:t>
            </a:r>
            <a:endParaRPr/>
          </a:p>
          <a:p>
            <a:pPr indent="0" lvl="0" marL="0" rtl="0" algn="l">
              <a:spcBef>
                <a:spcPts val="0"/>
              </a:spcBef>
              <a:spcAft>
                <a:spcPts val="0"/>
              </a:spcAft>
              <a:buNone/>
            </a:pPr>
            <a:r>
              <a:rPr lang="en-GB"/>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